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58a746698141c8" /><Relationship Type="http://schemas.openxmlformats.org/officeDocument/2006/relationships/extended-properties" Target="/docProps/app.xml" Id="R2f3ecbfa88a84e49" /><Relationship Type="http://schemas.openxmlformats.org/officeDocument/2006/relationships/officeDocument" Target="/ppt/presentation.xml" Id="Rf141cd6ea45642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dbf42a1a2940c1"/>
  </p:sldMasterIdLst>
  <p:notesMasterIdLst>
    <p:notesMasterId xmlns:r="http://schemas.openxmlformats.org/officeDocument/2006/relationships" r:id="R0c92f944bfdd4dfc"/>
  </p:notesMasterIdLst>
  <p:sldIdLst>
    <p:sldId xmlns:r="http://schemas.openxmlformats.org/officeDocument/2006/relationships" id="256" r:id="Ra7126803ac104d94"/>
    <p:sldId xmlns:r="http://schemas.openxmlformats.org/officeDocument/2006/relationships" id="257" r:id="R7c8f32a228cc4c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e56f9dd0ba404e" /><Relationship Type="http://schemas.openxmlformats.org/officeDocument/2006/relationships/slideMaster" Target="/ppt/slideMasters/slideMaster1.xml" Id="R4bdbf42a1a2940c1" /><Relationship Type="http://schemas.openxmlformats.org/officeDocument/2006/relationships/notesMaster" Target="/ppt/notesMasters/notesMaster1.xml" Id="R0c92f944bfdd4dfc" /><Relationship Type="http://schemas.openxmlformats.org/officeDocument/2006/relationships/presProps" Target="/ppt/presProps.xml" Id="R636ad1f32e204868" /><Relationship Type="http://schemas.openxmlformats.org/officeDocument/2006/relationships/tableStyles" Target="/ppt/tableStyles.xml" Id="R4c094fc41ee34dbf" /><Relationship Type="http://schemas.openxmlformats.org/officeDocument/2006/relationships/slide" Target="/ppt/slides/slide1.xml" Id="Ra7126803ac104d94" /><Relationship Type="http://schemas.openxmlformats.org/officeDocument/2006/relationships/slide" Target="/ppt/slides/slide2.xml" Id="R7c8f32a228cc4c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d4a794854d40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adf63aadd3419b" /><Relationship Type="http://schemas.openxmlformats.org/officeDocument/2006/relationships/notesMaster" Target="/ppt/notesMasters/notesMaster1.xml" Id="Rcc9bc6221f1e42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ffa2c8e2d54923" /><Relationship Type="http://schemas.openxmlformats.org/officeDocument/2006/relationships/notesMaster" Target="/ppt/notesMasters/notesMaster1.xml" Id="R85f19fda20b64e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fc7060da014d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97b87625134c47" /><Relationship Type="http://schemas.openxmlformats.org/officeDocument/2006/relationships/slideLayout" Target="/ppt/slideLayouts/slideLayout1.xml" Id="Ra42ca16a382b41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2ca16a382b41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1ad708b3d4e91" /><Relationship Type="http://schemas.openxmlformats.org/officeDocument/2006/relationships/notesSlide" Target="/ppt/notesSlides/notesSlide1.xml" Id="R67b8078c99d84f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4dfc33a01439f" /><Relationship Type="http://schemas.openxmlformats.org/officeDocument/2006/relationships/notesSlide" Target="/ppt/notesSlides/notesSlide2.xml" Id="Ra30af854c8594e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3F61D60-C1C3-4E2C-A3C9-7F3A6719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895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B2723"/>
                </a:solidFill>
              </a:defRPr>
            </a:pPr>
            <a:r>
              <a:rPr sz="4200" b="1">
                <a:solidFill>
                  <a:srgbClr val="2B2723"/>
                </a:solidFill>
              </a:rPr>
              <a:t>A simple imported story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997D606-22DD-4291-91B8-E8387C93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65F57"/>
                </a:solidFill>
              </a:defRPr>
            </a:pPr>
            <a:r>
              <a:rPr sz="1950">
                <a:solidFill>
                  <a:srgbClr val="665F57"/>
                </a:solidFill>
              </a:rPr>
              <a:t>Text should remain editable after PowerPoint import.</a:t>
            </a:r>
          </a:p>
        </p:txBody>
      </p:sp>
      <p:sp>
        <p:nvSpPr>
          <p:cNvPr id="3" name="accent">
            <a:extLst xmlns:a="http://schemas.openxmlformats.org/drawingml/2006/main">
              <a:ext uri="{FF2B5EF4-FFF2-40B4-BE49-F238E27FC236}">
                <a16:creationId xmlns:a16="http://schemas.microsoft.com/office/drawing/2014/main" id="{7ABB43DD-7386-43DC-841A-68B20DD5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B3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75471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C4CD24DE-14D3-4D97-8BCC-39372224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952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B2723"/>
                </a:solidFill>
              </a:defRPr>
            </a:pPr>
            <a:r>
              <a:rPr sz="3000" b="1">
                <a:solidFill>
                  <a:srgbClr val="2B2723"/>
                </a:solidFill>
              </a:rPr>
              <a:t>The second slide keeps its order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1F8EF30-7956-4363-B1B0-84F8F065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F4942"/>
                </a:solidFill>
              </a:defRPr>
            </a:pPr>
            <a:r>
              <a:rPr sz="1800">
                <a:solidFill>
                  <a:srgbClr val="4F4942"/>
                </a:solidFill>
              </a:rPr>
              <a:t>A common text box and a native shape give the importer two ordinary PowerPoint objects to interpret.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ACB38590-27C7-486C-B981-FE77183B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8B31"/>
          </a:solidFill>
          <a:ln xmlns:a="http://schemas.openxmlformats.org/drawingml/2006/main" w="19050">
            <a:solidFill>
              <a:srgbClr val="9E642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352810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2026-08-23T18:41:16.6830000Z</dcterms:created>
  <dcterms:modified xsi:type="dcterms:W3CDTF">2026-08-23T18:41:16.6830000Z</dcterms:modified>
</coreProperties>
</file>